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Processor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Testing PowerPoint Document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 to PPT processing</a:t>
            </a:r>
          </a:p>
          <a:p>
            <a:r>
              <a:t>• System architecture</a:t>
            </a:r>
          </a:p>
          <a:p>
            <a:r>
              <a:t>• Implementation details</a:t>
            </a:r>
          </a:p>
          <a:p>
            <a:r>
              <a:t>• Performance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Text extraction from slides</a:t>
            </a:r>
          </a:p>
          <a:p>
            <a:r>
              <a:t>2. Shape and text box parsing</a:t>
            </a:r>
          </a:p>
          <a:p>
            <a:r>
              <a:t>3. Table and chart detection</a:t>
            </a:r>
          </a:p>
          <a:p>
            <a:r>
              <a:t>4. Multi-language support</a:t>
            </a:r>
          </a:p>
          <a:p>
            <a:r>
              <a:t>5. Batch processing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Chapter 1: Data Structure</a:t>
            </a:r>
          </a:p>
          <a:p>
            <a:r>
              <a:t>- Slide model definition</a:t>
            </a:r>
          </a:p>
          <a:p>
            <a:r>
              <a:t>- Text box hierarchy</a:t>
            </a:r>
          </a:p>
          <a:p>
            <a:r>
              <a:t>- Shape relationships</a:t>
            </a:r>
          </a:p>
          <a:p/>
          <a:p>
            <a:r>
              <a:t>Chapter 2: Processing Pipeline</a:t>
            </a:r>
          </a:p>
          <a:p>
            <a:r>
              <a:t>- Input validation</a:t>
            </a:r>
          </a:p>
          <a:p>
            <a:r>
              <a:t>- Content extraction</a:t>
            </a:r>
          </a:p>
          <a:p>
            <a:r>
              <a:t>- Output formatting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